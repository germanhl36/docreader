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docProps/core.xml" ContentType="application/vnd.openxmlformats-package.core-properties+xml"/>
</Types>
</file>

<file path=_rels/.rels><?xml version="1.0" encoding="UTF-8" standalone="yes"?>
<Relationships xmlns="http://schemas.openxmlformats.org/package/2006/relationships">
  <Relationship Id="rId1" Target="ppt/presentation.xml"
    Type="http://schemas.openxmlformats.org/officeDocument/2006/relationships/officeDocument"/>
  <Relationship Id="rId2" Target="docProps/core.xml"
    Type="http://schemas.openxmlformats.org/package/2006/relationships/metadata/core-properties"/>
</Relationships>
</file>

<file path=ppt/presentation.xml><?xml version="1.0" encoding="utf-8"?>
<p:presentation xmlns:p="http://schemas.openxmlformats.org/presentationml/2006/main" xmlns:r="http://schemas.openxmlformats.org/officeDocument/2006/relationships">
  <p:sldSz cx="9144000" cy="5143500"/>
  <p:sldIdLst>
    <p:sldId id="256" r:id="rId1"/>
    <p:sldId id="257" r:id="rId2"/>
    <p:sldId id="258" r:id="rId3"/>
    <p:sldId id="259" r:id="rId4"/>
    <p:sldId id="260" r:id="rId5"/>
  </p:sldIdLst>
</p:presentation>
</file>

<file path=ppt/_rels/presentation.xml.rels><?xml version="1.0" encoding="UTF-8" standalone="yes"?>
<Relationships xmlns="http://schemas.openxmlformats.org/package/2006/relationship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DocReader PPTX Fixture</dc:title>
  <dc:creator>DocReader Tests</dc:creator>
  <dcterms:created xsi:type="dcterms:W3CDTF">2026-01-01T00:00:00Z</dcterms:created>
  <dcterms:modified xsi:type="dcterms:W3CDTF">2026-02-01T00:00:00Z</dcterms:modified>
</cp:coreProperties>
</file>